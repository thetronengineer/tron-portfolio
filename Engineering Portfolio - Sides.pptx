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25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3BD1-D7F3-4F37-A24F-E917A3B4F877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19C4C-67BC-4CFF-A3D3-40C7C879F2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9560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3BD1-D7F3-4F37-A24F-E917A3B4F877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19C4C-67BC-4CFF-A3D3-40C7C879F2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2492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3BD1-D7F3-4F37-A24F-E917A3B4F877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19C4C-67BC-4CFF-A3D3-40C7C879F2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61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3BD1-D7F3-4F37-A24F-E917A3B4F877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19C4C-67BC-4CFF-A3D3-40C7C879F2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0054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3BD1-D7F3-4F37-A24F-E917A3B4F877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19C4C-67BC-4CFF-A3D3-40C7C879F2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7482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3BD1-D7F3-4F37-A24F-E917A3B4F877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19C4C-67BC-4CFF-A3D3-40C7C879F2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427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3BD1-D7F3-4F37-A24F-E917A3B4F877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19C4C-67BC-4CFF-A3D3-40C7C879F2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4412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3BD1-D7F3-4F37-A24F-E917A3B4F877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19C4C-67BC-4CFF-A3D3-40C7C879F2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8110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3BD1-D7F3-4F37-A24F-E917A3B4F877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19C4C-67BC-4CFF-A3D3-40C7C879F2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1621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3BD1-D7F3-4F37-A24F-E917A3B4F877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19C4C-67BC-4CFF-A3D3-40C7C879F2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254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33BD1-D7F3-4F37-A24F-E917A3B4F877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19C4C-67BC-4CFF-A3D3-40C7C879F2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532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33BD1-D7F3-4F37-A24F-E917A3B4F877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19C4C-67BC-4CFF-A3D3-40C7C879F26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363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B37DA-05E9-B10C-276B-DAE2C3BFE3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Engineering 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B566E6-259F-4434-E069-7F026CA7F8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Aiden Nickel</a:t>
            </a:r>
          </a:p>
        </p:txBody>
      </p:sp>
    </p:spTree>
    <p:extLst>
      <p:ext uri="{BB962C8B-B14F-4D97-AF65-F5344CB8AC3E}">
        <p14:creationId xmlns:p14="http://schemas.microsoft.com/office/powerpoint/2010/main" val="36224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C8B8F-D6F2-44A8-B505-B093676F3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3D Printed Iron Man Suit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CBB9E-65C2-EFE6-6797-1AA86304F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8167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8F58F-F062-15F5-D09C-4DD0B7232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Wireless Speaker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8AA2D-3308-B9CA-AC27-CAC32B77D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4844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11</Words>
  <Application>Microsoft Office PowerPoint</Application>
  <PresentationFormat>Letter Paper (8.5x11 in)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Engineering Portfolio</vt:lpstr>
      <vt:lpstr>3D Printed Iron Man Suit</vt:lpstr>
      <vt:lpstr>Wireless Speaker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Aiden Nickel</dc:creator>
  <cp:lastModifiedBy>Aiden Nickel</cp:lastModifiedBy>
  <cp:revision>1</cp:revision>
  <dcterms:created xsi:type="dcterms:W3CDTF">2026-03-11T14:41:21Z</dcterms:created>
  <dcterms:modified xsi:type="dcterms:W3CDTF">2026-03-11T14:43:13Z</dcterms:modified>
</cp:coreProperties>
</file>